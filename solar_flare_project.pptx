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Solar Flare Monitoring System with IoT Alert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Solar flares are sudden energy bursts from the Sun.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Affects satellites, GPS, communication.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and alert using IoT.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Satellite -&gt; Laptop -&gt; IoT Device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reads NOAA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ESP8266 controls 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-&gt; Analyze -&gt; Alert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cost, simple, real-time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Useful for early warning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